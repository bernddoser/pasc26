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Video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Highlights</a:t>
            </a:r>
          </a:p>
          <a:p>
            <a:pPr lvl="0"/>
            <a:r>
              <a:rPr/>
              <a:t>Increased revenue by 12%</a:t>
            </a:r>
          </a:p>
          <a:p>
            <a:pPr lvl="0"/>
            <a:r>
              <a:rPr/>
              <a:t>Launched new API feature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2026-06-09T11:38:57Z</dcterms:created>
  <dcterms:modified xsi:type="dcterms:W3CDTF">2026-06-09T11:38:57Z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p">
    <vt:lpwstr>True</vt:lpwstr>
  </property>
  <property fmtid="{D5CDD505-2E9C-101B-9397-08002B2CF9AE}" pid="3" name="paginate">
    <vt:lpwstr>False</vt:lpwstr>
  </property>
  <property fmtid="{D5CDD505-2E9C-101B-9397-08002B2CF9AE}" pid="4" name="theme">
    <vt:lpwstr>gaia</vt:lpwstr>
  </property>
</Properties>
</file>